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33622-B473-448A-9ADB-8EE6A11C11FF}" v="22" dt="2026-01-18T18:44:20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Antonio Leal Moreno" userId="6f7cf5f86d2c07b8" providerId="LiveId" clId="{694E2594-BFC9-489A-AFA5-00B4C793C704}"/>
    <pc:docChg chg="undo custSel addSld modSld">
      <pc:chgData name="José Antonio Leal Moreno" userId="6f7cf5f86d2c07b8" providerId="LiveId" clId="{694E2594-BFC9-489A-AFA5-00B4C793C704}" dt="2026-01-18T18:47:51.866" v="433" actId="15"/>
      <pc:docMkLst>
        <pc:docMk/>
      </pc:docMkLst>
      <pc:sldChg chg="addSp delSp modSp new mod">
        <pc:chgData name="José Antonio Leal Moreno" userId="6f7cf5f86d2c07b8" providerId="LiveId" clId="{694E2594-BFC9-489A-AFA5-00B4C793C704}" dt="2026-01-18T18:32:14.761" v="156" actId="20577"/>
        <pc:sldMkLst>
          <pc:docMk/>
          <pc:sldMk cId="1382467715" sldId="256"/>
        </pc:sldMkLst>
        <pc:spChg chg="mod">
          <ac:chgData name="José Antonio Leal Moreno" userId="6f7cf5f86d2c07b8" providerId="LiveId" clId="{694E2594-BFC9-489A-AFA5-00B4C793C704}" dt="2026-01-18T18:28:26.795" v="7" actId="20577"/>
          <ac:spMkLst>
            <pc:docMk/>
            <pc:sldMk cId="1382467715" sldId="256"/>
            <ac:spMk id="2" creationId="{D5BC7998-FA9C-834D-5A3E-8C2DB386D332}"/>
          </ac:spMkLst>
        </pc:spChg>
        <pc:spChg chg="mod">
          <ac:chgData name="José Antonio Leal Moreno" userId="6f7cf5f86d2c07b8" providerId="LiveId" clId="{694E2594-BFC9-489A-AFA5-00B4C793C704}" dt="2026-01-18T18:28:53.698" v="21" actId="20577"/>
          <ac:spMkLst>
            <pc:docMk/>
            <pc:sldMk cId="1382467715" sldId="256"/>
            <ac:spMk id="3" creationId="{6BA90532-76F8-49FD-143D-7ED0C6CDF7B8}"/>
          </ac:spMkLst>
        </pc:spChg>
        <pc:spChg chg="add mod">
          <ac:chgData name="José Antonio Leal Moreno" userId="6f7cf5f86d2c07b8" providerId="LiveId" clId="{694E2594-BFC9-489A-AFA5-00B4C793C704}" dt="2026-01-18T18:32:14.761" v="156" actId="20577"/>
          <ac:spMkLst>
            <pc:docMk/>
            <pc:sldMk cId="1382467715" sldId="256"/>
            <ac:spMk id="4" creationId="{EC363B37-5D7B-E852-1AE3-A0D51F150003}"/>
          </ac:spMkLst>
        </pc:spChg>
        <pc:spChg chg="add del mod">
          <ac:chgData name="José Antonio Leal Moreno" userId="6f7cf5f86d2c07b8" providerId="LiveId" clId="{694E2594-BFC9-489A-AFA5-00B4C793C704}" dt="2026-01-18T18:31:39.094" v="114" actId="478"/>
          <ac:spMkLst>
            <pc:docMk/>
            <pc:sldMk cId="1382467715" sldId="256"/>
            <ac:spMk id="5" creationId="{7DF6BA0E-49AF-98BF-DACE-436574CCE781}"/>
          </ac:spMkLst>
        </pc:spChg>
      </pc:sldChg>
      <pc:sldChg chg="addSp delSp modSp new mod">
        <pc:chgData name="José Antonio Leal Moreno" userId="6f7cf5f86d2c07b8" providerId="LiveId" clId="{694E2594-BFC9-489A-AFA5-00B4C793C704}" dt="2026-01-18T18:45:02.721" v="359" actId="113"/>
        <pc:sldMkLst>
          <pc:docMk/>
          <pc:sldMk cId="3396017334" sldId="257"/>
        </pc:sldMkLst>
        <pc:spChg chg="del">
          <ac:chgData name="José Antonio Leal Moreno" userId="6f7cf5f86d2c07b8" providerId="LiveId" clId="{694E2594-BFC9-489A-AFA5-00B4C793C704}" dt="2026-01-18T18:29:58.491" v="34" actId="478"/>
          <ac:spMkLst>
            <pc:docMk/>
            <pc:sldMk cId="3396017334" sldId="257"/>
            <ac:spMk id="2" creationId="{40D9870D-4616-CA55-D207-15714A6FEC09}"/>
          </ac:spMkLst>
        </pc:spChg>
        <pc:spChg chg="mod">
          <ac:chgData name="José Antonio Leal Moreno" userId="6f7cf5f86d2c07b8" providerId="LiveId" clId="{694E2594-BFC9-489A-AFA5-00B4C793C704}" dt="2026-01-18T18:35:07.194" v="205" actId="20577"/>
          <ac:spMkLst>
            <pc:docMk/>
            <pc:sldMk cId="3396017334" sldId="257"/>
            <ac:spMk id="3" creationId="{9EFE4FBC-BF6F-FFB6-C09A-1456134AEDF4}"/>
          </ac:spMkLst>
        </pc:spChg>
        <pc:spChg chg="add del mod">
          <ac:chgData name="José Antonio Leal Moreno" userId="6f7cf5f86d2c07b8" providerId="LiveId" clId="{694E2594-BFC9-489A-AFA5-00B4C793C704}" dt="2026-01-18T18:30:16.869" v="36" actId="478"/>
          <ac:spMkLst>
            <pc:docMk/>
            <pc:sldMk cId="3396017334" sldId="257"/>
            <ac:spMk id="4" creationId="{4ECC81CA-6815-9A0C-0588-203BDB8DDDF5}"/>
          </ac:spMkLst>
        </pc:spChg>
        <pc:spChg chg="add mod">
          <ac:chgData name="José Antonio Leal Moreno" userId="6f7cf5f86d2c07b8" providerId="LiveId" clId="{694E2594-BFC9-489A-AFA5-00B4C793C704}" dt="2026-01-18T18:45:02.721" v="359" actId="113"/>
          <ac:spMkLst>
            <pc:docMk/>
            <pc:sldMk cId="3396017334" sldId="257"/>
            <ac:spMk id="5" creationId="{1C57639E-0053-3B04-FC58-FFE416202DDE}"/>
          </ac:spMkLst>
        </pc:spChg>
      </pc:sldChg>
      <pc:sldChg chg="modSp new mod">
        <pc:chgData name="José Antonio Leal Moreno" userId="6f7cf5f86d2c07b8" providerId="LiveId" clId="{694E2594-BFC9-489A-AFA5-00B4C793C704}" dt="2026-01-18T18:47:51.866" v="433" actId="15"/>
        <pc:sldMkLst>
          <pc:docMk/>
          <pc:sldMk cId="2611854924" sldId="258"/>
        </pc:sldMkLst>
        <pc:spChg chg="mod">
          <ac:chgData name="José Antonio Leal Moreno" userId="6f7cf5f86d2c07b8" providerId="LiveId" clId="{694E2594-BFC9-489A-AFA5-00B4C793C704}" dt="2026-01-18T18:44:58.001" v="358" actId="113"/>
          <ac:spMkLst>
            <pc:docMk/>
            <pc:sldMk cId="2611854924" sldId="258"/>
            <ac:spMk id="2" creationId="{6736F46B-AE69-B8E8-A4C5-1948FF2C3D64}"/>
          </ac:spMkLst>
        </pc:spChg>
        <pc:spChg chg="mod">
          <ac:chgData name="José Antonio Leal Moreno" userId="6f7cf5f86d2c07b8" providerId="LiveId" clId="{694E2594-BFC9-489A-AFA5-00B4C793C704}" dt="2026-01-18T18:47:51.866" v="433" actId="15"/>
          <ac:spMkLst>
            <pc:docMk/>
            <pc:sldMk cId="2611854924" sldId="258"/>
            <ac:spMk id="3" creationId="{E4C3263D-0A81-E48B-7640-16FA4D0460E7}"/>
          </ac:spMkLst>
        </pc:spChg>
      </pc:sldChg>
      <pc:sldChg chg="addSp delSp modSp new mod">
        <pc:chgData name="José Antonio Leal Moreno" userId="6f7cf5f86d2c07b8" providerId="LiveId" clId="{694E2594-BFC9-489A-AFA5-00B4C793C704}" dt="2026-01-18T18:44:53.280" v="357" actId="113"/>
        <pc:sldMkLst>
          <pc:docMk/>
          <pc:sldMk cId="1413042918" sldId="259"/>
        </pc:sldMkLst>
        <pc:spChg chg="mod">
          <ac:chgData name="José Antonio Leal Moreno" userId="6f7cf5f86d2c07b8" providerId="LiveId" clId="{694E2594-BFC9-489A-AFA5-00B4C793C704}" dt="2026-01-18T18:44:53.280" v="357" actId="113"/>
          <ac:spMkLst>
            <pc:docMk/>
            <pc:sldMk cId="1413042918" sldId="259"/>
            <ac:spMk id="2" creationId="{5F55D8BE-BCB4-8005-78E9-99E6F5B5E7E1}"/>
          </ac:spMkLst>
        </pc:spChg>
        <pc:spChg chg="del">
          <ac:chgData name="José Antonio Leal Moreno" userId="6f7cf5f86d2c07b8" providerId="LiveId" clId="{694E2594-BFC9-489A-AFA5-00B4C793C704}" dt="2026-01-18T18:34:13.761" v="185"/>
          <ac:spMkLst>
            <pc:docMk/>
            <pc:sldMk cId="1413042918" sldId="259"/>
            <ac:spMk id="3" creationId="{E5609692-DF66-B330-9BF9-C4262F9D6312}"/>
          </ac:spMkLst>
        </pc:spChg>
        <pc:spChg chg="add mod">
          <ac:chgData name="José Antonio Leal Moreno" userId="6f7cf5f86d2c07b8" providerId="LiveId" clId="{694E2594-BFC9-489A-AFA5-00B4C793C704}" dt="2026-01-18T18:36:24.634" v="236" actId="20577"/>
          <ac:spMkLst>
            <pc:docMk/>
            <pc:sldMk cId="1413042918" sldId="259"/>
            <ac:spMk id="4" creationId="{53E761BC-F9BA-17AE-4D3C-56130642C1A8}"/>
          </ac:spMkLst>
        </pc:spChg>
      </pc:sldChg>
      <pc:sldChg chg="modSp new mod">
        <pc:chgData name="José Antonio Leal Moreno" userId="6f7cf5f86d2c07b8" providerId="LiveId" clId="{694E2594-BFC9-489A-AFA5-00B4C793C704}" dt="2026-01-18T18:46:42.587" v="400" actId="115"/>
        <pc:sldMkLst>
          <pc:docMk/>
          <pc:sldMk cId="3771706872" sldId="260"/>
        </pc:sldMkLst>
        <pc:spChg chg="mod">
          <ac:chgData name="José Antonio Leal Moreno" userId="6f7cf5f86d2c07b8" providerId="LiveId" clId="{694E2594-BFC9-489A-AFA5-00B4C793C704}" dt="2026-01-18T18:44:48.475" v="356" actId="115"/>
          <ac:spMkLst>
            <pc:docMk/>
            <pc:sldMk cId="3771706872" sldId="260"/>
            <ac:spMk id="2" creationId="{2F229668-81BA-DDD6-F522-D63AFA553D25}"/>
          </ac:spMkLst>
        </pc:spChg>
        <pc:spChg chg="mod">
          <ac:chgData name="José Antonio Leal Moreno" userId="6f7cf5f86d2c07b8" providerId="LiveId" clId="{694E2594-BFC9-489A-AFA5-00B4C793C704}" dt="2026-01-18T18:46:42.587" v="400" actId="115"/>
          <ac:spMkLst>
            <pc:docMk/>
            <pc:sldMk cId="3771706872" sldId="260"/>
            <ac:spMk id="3" creationId="{422FB45D-CFD3-B8D5-4EBD-88041CB97D8B}"/>
          </ac:spMkLst>
        </pc:spChg>
      </pc:sldChg>
      <pc:sldChg chg="addSp delSp modSp new mod">
        <pc:chgData name="José Antonio Leal Moreno" userId="6f7cf5f86d2c07b8" providerId="LiveId" clId="{694E2594-BFC9-489A-AFA5-00B4C793C704}" dt="2026-01-18T18:46:04.731" v="392" actId="115"/>
        <pc:sldMkLst>
          <pc:docMk/>
          <pc:sldMk cId="1195055747" sldId="261"/>
        </pc:sldMkLst>
        <pc:spChg chg="mod">
          <ac:chgData name="José Antonio Leal Moreno" userId="6f7cf5f86d2c07b8" providerId="LiveId" clId="{694E2594-BFC9-489A-AFA5-00B4C793C704}" dt="2026-01-18T18:44:40.486" v="353" actId="113"/>
          <ac:spMkLst>
            <pc:docMk/>
            <pc:sldMk cId="1195055747" sldId="261"/>
            <ac:spMk id="2" creationId="{273A285B-D68C-5F83-9B1B-E7F2D72F8DD5}"/>
          </ac:spMkLst>
        </pc:spChg>
        <pc:spChg chg="del">
          <ac:chgData name="José Antonio Leal Moreno" userId="6f7cf5f86d2c07b8" providerId="LiveId" clId="{694E2594-BFC9-489A-AFA5-00B4C793C704}" dt="2026-01-18T18:41:43.903" v="266"/>
          <ac:spMkLst>
            <pc:docMk/>
            <pc:sldMk cId="1195055747" sldId="261"/>
            <ac:spMk id="3" creationId="{AD8A46DB-7932-8324-EA64-237A80E013AA}"/>
          </ac:spMkLst>
        </pc:spChg>
        <pc:spChg chg="add mod">
          <ac:chgData name="José Antonio Leal Moreno" userId="6f7cf5f86d2c07b8" providerId="LiveId" clId="{694E2594-BFC9-489A-AFA5-00B4C793C704}" dt="2026-01-18T18:46:04.731" v="392" actId="115"/>
          <ac:spMkLst>
            <pc:docMk/>
            <pc:sldMk cId="1195055747" sldId="261"/>
            <ac:spMk id="4" creationId="{7680EAC4-6E93-65ED-4F55-6EE2A97A6121}"/>
          </ac:spMkLst>
        </pc:spChg>
      </pc:sldChg>
      <pc:sldChg chg="delSp modSp new mod">
        <pc:chgData name="José Antonio Leal Moreno" userId="6f7cf5f86d2c07b8" providerId="LiveId" clId="{694E2594-BFC9-489A-AFA5-00B4C793C704}" dt="2026-01-18T18:43:49.188" v="325" actId="20577"/>
        <pc:sldMkLst>
          <pc:docMk/>
          <pc:sldMk cId="1247382134" sldId="262"/>
        </pc:sldMkLst>
        <pc:spChg chg="del">
          <ac:chgData name="José Antonio Leal Moreno" userId="6f7cf5f86d2c07b8" providerId="LiveId" clId="{694E2594-BFC9-489A-AFA5-00B4C793C704}" dt="2026-01-18T18:42:52.259" v="291" actId="478"/>
          <ac:spMkLst>
            <pc:docMk/>
            <pc:sldMk cId="1247382134" sldId="262"/>
            <ac:spMk id="2" creationId="{F63389B4-D092-17F1-FC39-141B7078FFF8}"/>
          </ac:spMkLst>
        </pc:spChg>
        <pc:spChg chg="mod">
          <ac:chgData name="José Antonio Leal Moreno" userId="6f7cf5f86d2c07b8" providerId="LiveId" clId="{694E2594-BFC9-489A-AFA5-00B4C793C704}" dt="2026-01-18T18:43:49.188" v="325" actId="20577"/>
          <ac:spMkLst>
            <pc:docMk/>
            <pc:sldMk cId="1247382134" sldId="262"/>
            <ac:spMk id="3" creationId="{511893FC-2420-CFA7-6726-66649C7B19A4}"/>
          </ac:spMkLst>
        </pc:spChg>
      </pc:sldChg>
      <pc:sldChg chg="modSp new mod">
        <pc:chgData name="José Antonio Leal Moreno" userId="6f7cf5f86d2c07b8" providerId="LiveId" clId="{694E2594-BFC9-489A-AFA5-00B4C793C704}" dt="2026-01-18T18:44:35.662" v="352" actId="113"/>
        <pc:sldMkLst>
          <pc:docMk/>
          <pc:sldMk cId="1140748898" sldId="263"/>
        </pc:sldMkLst>
        <pc:spChg chg="mod">
          <ac:chgData name="José Antonio Leal Moreno" userId="6f7cf5f86d2c07b8" providerId="LiveId" clId="{694E2594-BFC9-489A-AFA5-00B4C793C704}" dt="2026-01-18T18:44:35.662" v="352" actId="113"/>
          <ac:spMkLst>
            <pc:docMk/>
            <pc:sldMk cId="1140748898" sldId="263"/>
            <ac:spMk id="2" creationId="{4D50FB3E-87D7-48E0-598A-688BB4AFC8AE}"/>
          </ac:spMkLst>
        </pc:spChg>
        <pc:spChg chg="mod">
          <ac:chgData name="José Antonio Leal Moreno" userId="6f7cf5f86d2c07b8" providerId="LiveId" clId="{694E2594-BFC9-489A-AFA5-00B4C793C704}" dt="2026-01-18T18:44:28.336" v="351" actId="5793"/>
          <ac:spMkLst>
            <pc:docMk/>
            <pc:sldMk cId="1140748898" sldId="263"/>
            <ac:spMk id="3" creationId="{372B4F67-7B99-470B-AEF7-B12303913B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374B2-9F56-AF48-5C9D-5BA180AE4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6DF248-39AF-8F88-A486-43738F296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F4D718-0918-33A3-98CA-2DE26D19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81DA47-8391-715E-4AA9-AF749EFA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C3471-4E20-B42F-C9AB-4E7CBAE9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70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EF6C1-F09B-E557-1E42-3CCC080B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61CE96-D5B0-C094-83DE-0C9781A2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C5200-A989-9F04-84E9-F9E1C710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2BA391-0AC6-A50B-70E1-F69AB36B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DA913-C938-5544-02EE-298B01EC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72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BE16-D7C2-E677-6C91-0DE03727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2CA490-8F90-8946-E1F0-D41F65DDC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C3EA37-3ED1-6624-C5C8-A40D3271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3C2B8-7282-A367-C76C-9D0F873D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07D4B-F10E-4FC5-4414-914E22D6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97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C76D2-53D2-F978-0CCE-75BD1BD7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D7EFD-1DF5-5BBC-FB12-C92B30DF8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E6DEC0-B8A6-9D0B-7D83-A3653E158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645AD-79C4-00A5-B5B4-F904A39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6AD58D-59F0-34E4-B9D4-EDB02DC4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2D37F5-9227-3357-34BA-BD2A8B56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297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38594-48C1-0B2C-1474-CB245AE11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A3110E-F4A6-1C05-6AD2-0F3913D2C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8BE272-3C1D-104E-A5C8-0BD14E4DE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2A6BD9-E010-3FA7-46BC-44A05325F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7E0865-F8F8-A3AC-53EF-314EA0292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1F8090-B59C-09FE-AB58-BE9B859C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9C2347-8C33-956A-A308-6536E9A91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A55F4D-1D1D-4648-6BF7-7AAC46A6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46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22123-1CCD-1101-F5BA-BF984385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8E4E88-10CE-A2CD-E60A-C9B93033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ACD823-10A1-61AE-0AFC-BC28F5F9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DA79B8-ACC0-19E1-448A-EC385B69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2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FF17AF-5390-C6FA-3970-89C36EF9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75B499-15D6-8BFC-DEB0-BEF7D71D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E03FAC-7577-8694-F5DC-C2E7EAB6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568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028D3-92BE-A755-C940-B5D3C0FD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E92D98-9679-4EBE-1A5A-659819C46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F4D42C-7404-D082-E342-9AABED258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095780-62E2-C772-E8A0-A3EB00C4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80D6AA-0F14-2AC6-5D9F-34FACB6A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F4ABD3-4353-069A-A0F3-232304F3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3714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F0710-35A3-0426-2FE0-09570ACF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D06A80-8C12-6A01-9570-3A093045B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D016BE-E0E1-1E47-8DC5-FFE0225D9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4CD4CA-C944-E725-E573-26E6B96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EF785E-F983-1EC2-A8CB-7D9DE71D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73629B-F369-7941-1535-AB3706CF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11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2F173-DA99-E1C9-468A-8B67F63A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D08ECC-30ED-50A8-D557-595F4138D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5F17BC-56C5-65CA-22CF-4306C6946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9C1F4-8698-695E-900F-5AE17ABA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482CE-0DD6-5837-47A3-82CD633C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585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2C6CA0-9934-5732-4946-F57E5EDAB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93D6C0-C8C0-0777-6DE9-2B3E28B9E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6C4BD6-5AA5-F683-7313-6BA72022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66DAE4-321D-C561-38DE-20775BCC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55785-1DA6-284E-01D3-88FADAA0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79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27B5F7-8BD8-18FC-E84D-0F6D1D30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7C14E-098A-9164-46AC-E329BE51C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DEE4C2-76F7-6498-2AA7-EA137B398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5BA83-845E-4110-9606-6172D3D7C10B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6D2B4C-274E-A422-1534-71212E64B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6E19C0-621A-6465-FC7B-F8CABF231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C4B28-B9FD-4BB4-A33F-81D9C86B013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20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C7998-FA9C-834D-5A3E-8C2DB386D3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Minimización de Suites de Pruebas mediante Metaheurística GRASP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A90532-76F8-49FD-143D-7ED0C6CDF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79308"/>
          </a:xfrm>
        </p:spPr>
        <p:txBody>
          <a:bodyPr/>
          <a:lstStyle/>
          <a:p>
            <a:r>
              <a:rPr lang="es-ES" dirty="0"/>
              <a:t>Pruebas de Software e Ingeniería (PSI)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363B37-5D7B-E852-1AE3-A0D51F150003}"/>
              </a:ext>
            </a:extLst>
          </p:cNvPr>
          <p:cNvSpPr txBox="1"/>
          <p:nvPr/>
        </p:nvSpPr>
        <p:spPr>
          <a:xfrm>
            <a:off x="1524000" y="4995752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Autores:</a:t>
            </a:r>
            <a:br>
              <a:rPr lang="es-ES" sz="2400" b="1" dirty="0"/>
            </a:br>
            <a:br>
              <a:rPr lang="es-ES" dirty="0"/>
            </a:br>
            <a:r>
              <a:rPr lang="es-ES" dirty="0"/>
              <a:t>Duván</a:t>
            </a:r>
          </a:p>
          <a:p>
            <a:pPr algn="ctr"/>
            <a:r>
              <a:rPr lang="es-ES" dirty="0"/>
              <a:t>Iván Cepeda</a:t>
            </a:r>
          </a:p>
          <a:p>
            <a:pPr algn="ctr"/>
            <a:r>
              <a:rPr lang="es-ES" dirty="0"/>
              <a:t>José Antonio Leal Moreno</a:t>
            </a:r>
          </a:p>
        </p:txBody>
      </p:sp>
    </p:spTree>
    <p:extLst>
      <p:ext uri="{BB962C8B-B14F-4D97-AF65-F5344CB8AC3E}">
        <p14:creationId xmlns:p14="http://schemas.microsoft.com/office/powerpoint/2010/main" val="138246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FE4FBC-BF6F-FFB6-C09A-1456134A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7171"/>
            <a:ext cx="10515600" cy="2329792"/>
          </a:xfrm>
        </p:spPr>
        <p:txBody>
          <a:bodyPr/>
          <a:lstStyle/>
          <a:p>
            <a:pPr lvl="1"/>
            <a:r>
              <a:rPr lang="es-ES" dirty="0"/>
              <a:t>Reducir el tamaño de la suite original (∣</a:t>
            </a:r>
            <a:r>
              <a:rPr lang="es-ES" dirty="0">
                <a:effectLst/>
              </a:rPr>
              <a:t>T</a:t>
            </a:r>
            <a:r>
              <a:rPr lang="es-ES" dirty="0"/>
              <a:t>∣→∣</a:t>
            </a:r>
            <a:r>
              <a:rPr lang="es-ES" dirty="0">
                <a:effectLst/>
              </a:rPr>
              <a:t>S</a:t>
            </a:r>
            <a:r>
              <a:rPr lang="es-ES" dirty="0"/>
              <a:t>∣).</a:t>
            </a:r>
          </a:p>
          <a:p>
            <a:pPr lvl="1"/>
            <a:r>
              <a:rPr lang="es-ES" dirty="0"/>
              <a:t>Maximizar el </a:t>
            </a:r>
            <a:r>
              <a:rPr lang="es-ES" b="1" dirty="0"/>
              <a:t>TSSR</a:t>
            </a:r>
            <a:r>
              <a:rPr lang="es-ES" dirty="0"/>
              <a:t> (Test Suite </a:t>
            </a:r>
            <a:r>
              <a:rPr lang="es-ES" dirty="0" err="1"/>
              <a:t>Size</a:t>
            </a:r>
            <a:r>
              <a:rPr lang="es-ES" dirty="0"/>
              <a:t> </a:t>
            </a:r>
            <a:r>
              <a:rPr lang="es-ES" dirty="0" err="1"/>
              <a:t>Reduction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Garantizar </a:t>
            </a:r>
            <a:r>
              <a:rPr lang="es-ES" b="1" dirty="0"/>
              <a:t>FDCLOSS = 0</a:t>
            </a:r>
            <a:r>
              <a:rPr lang="es-ES" dirty="0"/>
              <a:t> (Cobertura de requisitos íntegra).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C57639E-0053-3B04-FC58-FFE41620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b="1" dirty="0"/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339601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6F46B-AE69-B8E8-A4C5-1948FF2C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Metodología: Algoritmo GRASP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C3263D-0A81-E48B-7640-16FA4D04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415"/>
            <a:ext cx="10515600" cy="4806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600" b="1" dirty="0"/>
              <a:t>¿Por qué GRASP?</a:t>
            </a:r>
            <a:r>
              <a:rPr lang="es-ES" sz="2600" dirty="0"/>
              <a:t> </a:t>
            </a:r>
            <a:br>
              <a:rPr lang="es-ES" sz="2600" dirty="0"/>
            </a:br>
            <a:r>
              <a:rPr lang="es-ES" sz="2600" dirty="0"/>
              <a:t>	</a:t>
            </a:r>
            <a:r>
              <a:rPr lang="es-ES" sz="2200" dirty="0"/>
              <a:t>Equilibrio entre exploración aleatoria y explotación codiciosa.</a:t>
            </a:r>
            <a:br>
              <a:rPr lang="es-ES" sz="2600" dirty="0"/>
            </a:br>
            <a:br>
              <a:rPr lang="es-ES" sz="2600" dirty="0"/>
            </a:br>
            <a:r>
              <a:rPr lang="es-ES" sz="2600" b="1" dirty="0"/>
              <a:t>¿Cuál ha sido el Proceso?</a:t>
            </a:r>
          </a:p>
          <a:p>
            <a:pPr lvl="1"/>
            <a:r>
              <a:rPr lang="es-ES" sz="2200" b="1" dirty="0"/>
              <a:t>Preprocesamiento (Modo C):</a:t>
            </a:r>
            <a:r>
              <a:rPr lang="es-ES" sz="2200" dirty="0"/>
              <a:t> </a:t>
            </a:r>
            <a:br>
              <a:rPr lang="es-ES" sz="2200" dirty="0"/>
            </a:br>
            <a:r>
              <a:rPr lang="es-ES" sz="2200" dirty="0"/>
              <a:t>	</a:t>
            </a:r>
            <a:r>
              <a:rPr lang="es-ES" sz="1800" dirty="0"/>
              <a:t>Eliminación de </a:t>
            </a:r>
            <a:r>
              <a:rPr lang="es-ES" sz="1800" dirty="0" err="1"/>
              <a:t>tests</a:t>
            </a:r>
            <a:r>
              <a:rPr lang="es-ES" sz="1800" dirty="0"/>
              <a:t> vacíos y requisitos redundantes.</a:t>
            </a:r>
            <a:br>
              <a:rPr lang="es-ES" sz="1800" dirty="0"/>
            </a:br>
            <a:endParaRPr lang="es-ES" sz="1800" dirty="0"/>
          </a:p>
          <a:p>
            <a:pPr lvl="1"/>
            <a:r>
              <a:rPr lang="es-ES" sz="2200" b="1" dirty="0"/>
              <a:t>Fase Constructiva:</a:t>
            </a:r>
            <a:r>
              <a:rPr lang="es-ES" sz="2200" dirty="0"/>
              <a:t> </a:t>
            </a:r>
            <a:br>
              <a:rPr lang="es-ES" sz="2200" dirty="0"/>
            </a:br>
            <a:r>
              <a:rPr lang="es-ES" sz="2200" dirty="0"/>
              <a:t>	</a:t>
            </a:r>
            <a:r>
              <a:rPr lang="es-ES" sz="1800" dirty="0"/>
              <a:t>Selección de </a:t>
            </a:r>
            <a:r>
              <a:rPr lang="es-ES" sz="1800" dirty="0" err="1"/>
              <a:t>tests</a:t>
            </a:r>
            <a:r>
              <a:rPr lang="es-ES" sz="1800" dirty="0"/>
              <a:t> basada en "ganancia de cobertura" usando una Lista Restringida de Candidatos (RCL) con </a:t>
            </a:r>
            <a:r>
              <a:rPr lang="es-ES" sz="1800" dirty="0">
                <a:effectLst/>
              </a:rPr>
              <a:t>α</a:t>
            </a:r>
            <a:r>
              <a:rPr lang="es-ES" sz="1800" dirty="0"/>
              <a:t>=0.15.</a:t>
            </a:r>
            <a:br>
              <a:rPr lang="es-ES" sz="1800" dirty="0"/>
            </a:br>
            <a:endParaRPr lang="es-ES" sz="1800" dirty="0"/>
          </a:p>
          <a:p>
            <a:pPr lvl="1"/>
            <a:r>
              <a:rPr lang="es-ES" sz="2200" b="1" dirty="0"/>
              <a:t>Búsqueda Local:</a:t>
            </a:r>
            <a:r>
              <a:rPr lang="es-ES" sz="2200" dirty="0"/>
              <a:t> </a:t>
            </a:r>
            <a:br>
              <a:rPr lang="es-ES" sz="2200" dirty="0"/>
            </a:br>
            <a:r>
              <a:rPr lang="es-ES" sz="2200" dirty="0"/>
              <a:t>	</a:t>
            </a:r>
            <a:r>
              <a:rPr lang="es-ES" sz="1800" dirty="0"/>
              <a:t>Eliminación de redundancias </a:t>
            </a:r>
            <a:r>
              <a:rPr lang="es-ES" sz="1800" dirty="0" err="1"/>
              <a:t>post-construcción</a:t>
            </a:r>
            <a:r>
              <a:rPr lang="es-ES" sz="1800" dirty="0"/>
              <a:t> para refinar la solución.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185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5D8BE-BCB4-8005-78E9-99E6F5B5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Diseño Experimental y Robustez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E761BC-F9BA-17AE-4D3C-56130642C1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62301"/>
            <a:ext cx="908133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Configuración: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Semillas Aleatorias: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[42, 123, 7, 99, 2024] para asegurar repetibilidad y validez estadística.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Matrices: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5 instancias de distinto tamaño (desde 60 hasta 3647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b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Recopiladas: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Media, Mínimo, Máximo y Desviación Estándar.	</a:t>
            </a:r>
            <a:b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000" dirty="0"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 de ejecución (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04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29668-81BA-DDD6-F522-D63AFA55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Resultados y Comparativa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2FB45D-CFD3-B8D5-4EBD-88041CB9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600" b="1" dirty="0"/>
              <a:t>Resumen de Ejecución</a:t>
            </a:r>
          </a:p>
          <a:p>
            <a:pPr marL="0" indent="0">
              <a:buNone/>
            </a:pPr>
            <a:endParaRPr lang="es-ES" b="1" u="sng" dirty="0"/>
          </a:p>
          <a:p>
            <a:pPr marL="0" indent="0">
              <a:buNone/>
            </a:pPr>
            <a:r>
              <a:rPr lang="es-ES" sz="2200" dirty="0"/>
              <a:t> </a:t>
            </a:r>
            <a:r>
              <a:rPr lang="es-ES" sz="2000" dirty="0"/>
              <a:t>| Matriz | </a:t>
            </a:r>
            <a:r>
              <a:rPr lang="es-ES" sz="2000" dirty="0" err="1"/>
              <a:t>Tests</a:t>
            </a:r>
            <a:r>
              <a:rPr lang="es-ES" sz="2000" dirty="0"/>
              <a:t> Iniciales | </a:t>
            </a:r>
            <a:r>
              <a:rPr lang="es-ES" sz="2000" dirty="0" err="1"/>
              <a:t>Tests</a:t>
            </a:r>
            <a:r>
              <a:rPr lang="es-ES" sz="2000" dirty="0"/>
              <a:t> Finales (Media) | TSSR | FDCLOSS | </a:t>
            </a:r>
          </a:p>
          <a:p>
            <a:pPr marL="0" indent="0">
              <a:buNone/>
            </a:pPr>
            <a:r>
              <a:rPr lang="es-ES" sz="2000" dirty="0"/>
              <a:t>| </a:t>
            </a:r>
            <a:r>
              <a:rPr lang="es-ES" sz="2000" b="1" dirty="0"/>
              <a:t>Pequeña</a:t>
            </a:r>
            <a:r>
              <a:rPr lang="es-ES" sz="2000" dirty="0"/>
              <a:t> (60x8) | 60 | </a:t>
            </a:r>
            <a:r>
              <a:rPr lang="es-ES" sz="2000" b="1" dirty="0"/>
              <a:t>1.0</a:t>
            </a:r>
            <a:r>
              <a:rPr lang="es-ES" sz="2000" dirty="0"/>
              <a:t> | 98.3% | 0.00 |</a:t>
            </a:r>
          </a:p>
          <a:p>
            <a:pPr marL="0" indent="0">
              <a:buNone/>
            </a:pPr>
            <a:r>
              <a:rPr lang="es-ES" sz="2000" dirty="0"/>
              <a:t>| </a:t>
            </a:r>
            <a:r>
              <a:rPr lang="es-ES" sz="2000" b="1" dirty="0"/>
              <a:t>Mediana</a:t>
            </a:r>
            <a:r>
              <a:rPr lang="es-ES" sz="2000" dirty="0"/>
              <a:t> (890x34) | 890 | </a:t>
            </a:r>
            <a:r>
              <a:rPr lang="es-ES" sz="2000" b="1" dirty="0"/>
              <a:t>6.0</a:t>
            </a:r>
            <a:r>
              <a:rPr lang="es-ES" sz="2000" dirty="0"/>
              <a:t> | 99.3% | 0.00 | </a:t>
            </a:r>
          </a:p>
          <a:p>
            <a:pPr marL="0" indent="0">
              <a:buNone/>
            </a:pPr>
            <a:r>
              <a:rPr lang="es-ES" sz="2000" dirty="0"/>
              <a:t>| </a:t>
            </a:r>
            <a:r>
              <a:rPr lang="es-ES" sz="2000" b="1" dirty="0"/>
              <a:t>Grande</a:t>
            </a:r>
            <a:r>
              <a:rPr lang="es-ES" sz="2000" dirty="0"/>
              <a:t> (3647x95) | 3647 | </a:t>
            </a:r>
            <a:r>
              <a:rPr lang="es-ES" sz="2000" b="1" dirty="0"/>
              <a:t>1.2</a:t>
            </a:r>
            <a:r>
              <a:rPr lang="es-ES" sz="2000" dirty="0"/>
              <a:t> | 99.9% | 0.00 |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sz="2600" b="1" dirty="0"/>
              <a:t>Observación</a:t>
            </a:r>
            <a:endParaRPr lang="es-ES" sz="2600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sz="2200" dirty="0"/>
              <a:t>Se han alcanzado los óptimos teóricos en todas las instancias en tiempos inferiores a </a:t>
            </a:r>
            <a:r>
              <a:rPr lang="es-ES" sz="2200" b="1" dirty="0"/>
              <a:t>2 ms</a:t>
            </a:r>
            <a:r>
              <a:rPr lang="es-E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170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A285B-D68C-5F83-9B1B-E7F2D72F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Demostración Práctica (Demo)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80EAC4-6E93-65ED-4F55-6EE2A97A6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9250"/>
            <a:ext cx="105156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Caso de estudio: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ES" sz="2000" dirty="0">
                <a:latin typeface="Arial" panose="020B0604020202020204" pitchFamily="34" charset="0"/>
              </a:rPr>
              <a:t>	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matrix_33_890_1.txt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Visualización de la Suite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Se mostrará en vivo cómo el algoritmo selecciona 6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ES" sz="2400" b="1" dirty="0">
                <a:latin typeface="Arial" panose="020B0604020202020204" pitchFamily="34" charset="0"/>
              </a:rPr>
              <a:t>T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razabilidad: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ES" sz="2000" dirty="0">
                <a:latin typeface="Arial" panose="020B0604020202020204" pitchFamily="34" charset="0"/>
              </a:rPr>
              <a:t>	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Veremos cómo el Test 2 cubre los primeros requisitos y cómo el Test 272 completa los últimos.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ES" altLang="es-E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Veamos la demo…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05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0FB3E-87D7-48E0-598A-688BB4AF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B4F67-7B99-470B-AEF7-B1230391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ES" altLang="es-E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ES" sz="3200" dirty="0">
                <a:latin typeface="Arial" panose="020B0604020202020204" pitchFamily="34" charset="0"/>
              </a:rPr>
              <a:t>	</a:t>
            </a:r>
            <a:r>
              <a:rPr lang="es-ES" altLang="es-ES" dirty="0">
                <a:latin typeface="Arial" panose="020B0604020202020204" pitchFamily="34" charset="0"/>
              </a:rPr>
              <a:t>GRASP es una herramienta eficiente para la optimización de procesos de QA en entornos industriales.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074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1893FC-2420-CFA7-6726-66649C7B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sz="4800" b="1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2473821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385</Words>
  <Application>Microsoft Office PowerPoint</Application>
  <PresentationFormat>Panorámica</PresentationFormat>
  <Paragraphs>49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Tema de Office</vt:lpstr>
      <vt:lpstr>Minimización de Suites de Pruebas mediante Metaheurística GRASP</vt:lpstr>
      <vt:lpstr>Objetivo</vt:lpstr>
      <vt:lpstr>Metodología: Algoritmo GRASP</vt:lpstr>
      <vt:lpstr>Diseño Experimental y Robustez</vt:lpstr>
      <vt:lpstr>Resultados y Comparativa</vt:lpstr>
      <vt:lpstr>Demostración Práctica (Demo)</vt:lpstr>
      <vt:lpstr>Conclusión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Antonio Leal Moreno</dc:creator>
  <cp:lastModifiedBy>José Antonio Leal Moreno</cp:lastModifiedBy>
  <cp:revision>1</cp:revision>
  <dcterms:created xsi:type="dcterms:W3CDTF">2026-01-18T18:27:00Z</dcterms:created>
  <dcterms:modified xsi:type="dcterms:W3CDTF">2026-01-18T18:47:56Z</dcterms:modified>
</cp:coreProperties>
</file>